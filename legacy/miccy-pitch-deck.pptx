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73152" cy="36576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594360"/>
            <a:ext cx="164592" cy="164592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227"/>
                </a:solidFill>
                <a:latin typeface="Plus Jakarta Sans"/>
              </a:rPr>
              <a:t>ARUS DIGITAL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0" i="0">
                <a:solidFill>
                  <a:srgbClr val="F4F2EC"/>
                </a:solidFill>
                <a:latin typeface="DM Serif Display"/>
              </a:rPr>
              <a:t>Your AI
Intelligence
Officer.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968E"/>
                </a:solidFill>
                <a:latin typeface="Plus Jakarta Sans"/>
              </a:rPr>
              <a:t>Daily 7am intelligence briefs for Malaysian CEOs.
Financials. Competitors. Anomalies. In your WhatsApp.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371600"/>
            <a:ext cx="3200400" cy="32004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82880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9A227"/>
                </a:solidFill>
                <a:latin typeface="DM Serif Display"/>
              </a:rPr>
              <a:t>Miccy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6517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68E"/>
                </a:solidFill>
                <a:latin typeface="Plus Jakarta Sans"/>
              </a:rPr>
              <a:t>by Arus Digital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3200400"/>
            <a:ext cx="274320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33832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Malaysia's first 100% AI-operated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STRICTLY CONFIDENTIAL  ·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4F2EC"/>
                </a:solidFill>
                <a:latin typeface="DM Serif Display"/>
              </a:rPr>
              <a:t>Malaysian CEOs are
flying blind.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26080"/>
            <a:ext cx="8229600" cy="128016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4F2EC"/>
                </a:solidFill>
                <a:latin typeface="DM Serif Display"/>
              </a:rPr>
              <a:t>"Saya tahu ada masalah — tapi
saya tahu last sekali."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— How Malaysian CEOs describe their situation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3566160" cy="173736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Plus Jakarta Sans"/>
              </a:rPr>
              <a:t>10+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Your data lives in Xero, HubSpot, Shopify, Slack, GA4… and never speaks to each other.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4572000"/>
            <a:ext cx="3566160" cy="173736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Plus Jakarta Sans"/>
              </a:rPr>
              <a:t>Reports lag by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120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By the time your team sends a report, the window has already closed.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4572000"/>
            <a:ext cx="3566160" cy="173736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709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Plus Jakarta Sans"/>
              </a:rPr>
              <a:t>Dashboards ≠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1206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BI tools show data. Nobody synthesises it. CEOs still interpret everything alone.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4F2EC"/>
                </a:solidFill>
                <a:latin typeface="DM Serif Display"/>
              </a:rPr>
              <a:t>Miccy — one brief.
Every morning at 7am.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68E"/>
                </a:solidFill>
                <a:latin typeface="Plus Jakarta Sans"/>
              </a:rPr>
              <a:t>Five things that need your attention. Three options each. One recommendation. In your WhatsApp.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3566160" cy="128016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Plus Jakarta Sans"/>
              </a:rPr>
              <a:t>Private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7763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PDPA compliant. Data never leaves your building.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3474720"/>
            <a:ext cx="3566160" cy="128016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Plus Jakarta Sans"/>
              </a:rPr>
              <a:t>48h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97763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No data migration. Works with what you already have.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474720"/>
            <a:ext cx="3566160" cy="128016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Plus Jakarta Sans"/>
              </a:rPr>
              <a:t>WhatsApp-native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977639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Where you already work. No new app to check.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37760"/>
            <a:ext cx="1124712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68E"/>
                </a:solidFill>
                <a:latin typeface="Plus Jakarta Sans"/>
              </a:rPr>
              <a:t>Arus Digital is 100% AI-operated internally. Miccy is the same system we use to run our own business. We are our own proof.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4F2EC"/>
                </a:solidFill>
                <a:latin typeface="DM Serif Display"/>
              </a:rPr>
              <a:t>Three steps.
Zero IT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566160" cy="329184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9A227"/>
                </a:solidFill>
                <a:latin typeface="DM Serif Display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2EC"/>
                </a:solidFill>
                <a:latin typeface="Plus Jakarta Sans"/>
              </a:rPr>
              <a:t>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Point Miccy at your existing systems. Xero, HubSpot, Shopify, Slack, GA4 — no migration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743200"/>
            <a:ext cx="3566160" cy="329184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9A227"/>
                </a:solidFill>
                <a:latin typeface="DM Serif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2EC"/>
                </a:solidFill>
                <a:latin typeface="Plus Jakarta Sans"/>
              </a:rPr>
              <a:t>Watch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Miccy monitors everything 24/7: financials, operations, market signals, competitor moves. Learns your patterns over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743200"/>
            <a:ext cx="3566160" cy="329184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8803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C9A227"/>
                </a:solidFill>
                <a:latin typeface="DM Serif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2EC"/>
                </a:solidFill>
                <a:latin typeface="Plus Jakarta Sans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9319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Every morning at 7am: 5 prioritised alerts. Each with 3 options, a recommendation, and the data behind it. Via WhatsApp.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SAMPLE MORNING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4F2EC"/>
                </a:solidFill>
                <a:latin typeface="DM Serif Display"/>
              </a:rPr>
              <a:t>This is what lands
in your WhatsApp at 7am.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11247120" cy="3657600"/>
          </a:xfrm>
          <a:prstGeom prst="rect">
            <a:avLst/>
          </a:prstGeom>
          <a:solidFill>
            <a:srgbClr val="0D0D1A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Plus Jakarta Sans"/>
              </a:rPr>
              <a:t>📊  Miccy Morning Brief  ·  Thursday, 7:00am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063240"/>
            <a:ext cx="1097280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F2EC"/>
                </a:solidFill>
                <a:latin typeface="Plus Jakarta Sans"/>
              </a:rPr>
              <a:t>🔴  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Revenue down 28% vs 7-day average. 3 invoices unpaid (RM 340,000). Finance team has not flagged this.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F2EC"/>
                </a:solidFill>
                <a:latin typeface="Plus Jakarta Sans"/>
              </a:rPr>
              <a:t>🟡  WATCH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Top competitor launched enterprise plan at 40% lower price. 12 new job postings — expansion signal.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F2EC"/>
                </a:solidFill>
                <a:latin typeface="Plus Jakarta Sans"/>
              </a:rPr>
              <a:t>🟢 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59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Industry peer acquired analytics firm last week. Market consolidation signal — first-mover window: 60–90 days.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INTEGRATIONS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4F2EC"/>
                </a:solidFill>
                <a:latin typeface="DM Serif Display"/>
              </a:rPr>
              <a:t>Works with what
you already have.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68E"/>
                </a:solidFill>
                <a:latin typeface="Plus Jakarta Sans"/>
              </a:rPr>
              <a:t>40+ integrations. 48h setup. No data migration. No IT project.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82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Xero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301752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3182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HubSpot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01752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3182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Shopify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59" y="301752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799" y="3182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Slack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301752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19" y="318211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GA4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879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Linear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402336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41879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Notion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402336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79" y="41879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Ahrefs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52359" y="402336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799" y="41879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SimilarWeb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402336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19" y="41879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QuickBooks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02920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193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Stripe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502920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5193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Pipedrive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502920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79" y="5193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Salesforce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52359" y="502920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43799" y="5193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Google Sheets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502920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75519" y="51937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F2EC"/>
                </a:solidFill>
                <a:latin typeface="Plus Jakarta Sans"/>
              </a:rPr>
              <a:t>Telegram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35040"/>
            <a:ext cx="2103120" cy="685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19963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A227"/>
                </a:solidFill>
                <a:latin typeface="Plus Jakarta Sans"/>
              </a:rPr>
              <a:t>+ more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DATA SOVEREIGNTY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4F2EC"/>
                </a:solidFill>
                <a:latin typeface="DM Serif Display"/>
              </a:rPr>
              <a:t>Your data never
leaves your building.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68E"/>
                </a:solidFill>
                <a:latin typeface="Plus Jakarta Sans"/>
              </a:rPr>
              <a:t>Every Miccy tier ships with private server hosting. PDPA compliant from day one — not retrofitted.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486400" cy="141732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2EC"/>
                </a:solidFill>
                <a:latin typeface="Plus Jakarta Sans"/>
              </a:rPr>
              <a:t>🔒  Private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Your data is hosted on a dedicated private server — not shared cloud infrastructure. Zero co-tenancy.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200400"/>
            <a:ext cx="5486400" cy="141732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337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2EC"/>
                </a:solidFill>
                <a:latin typeface="Plus Jakarta Sans"/>
              </a:rPr>
              <a:t>🇲🇾  PDPA Compliant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749039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Full compliance with Malaysia's Personal Data Protection Act. Audit-ready from day 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5486400" cy="141732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2EC"/>
                </a:solidFill>
                <a:latin typeface="Plus Jakarta Sans"/>
              </a:rPr>
              <a:t>🚫  Zero External Transfer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59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No data sent to OpenAI, Anthropic, or any cloud AI provider. All inference is local.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846320"/>
            <a:ext cx="5486400" cy="141732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983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2EC"/>
                </a:solidFill>
                <a:latin typeface="Plus Jakarta Sans"/>
              </a:rPr>
              <a:t>🏢  On-Premise 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94959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For BFSI, healthcare, and government: we deploy and manage the AI on your own hardware. Data stays on-premises.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4F2EC"/>
                </a:solidFill>
                <a:latin typeface="DM Serif Display"/>
              </a:rPr>
              <a:t>Three tiers. One
intelligence officer.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3566160" cy="352044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2EC"/>
                </a:solidFill>
                <a:latin typeface="DM Serif Display"/>
              </a:rPr>
              <a:t>Miccy 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9A227"/>
                </a:solidFill>
                <a:latin typeface="DM Serif Display"/>
              </a:rPr>
              <a:t>RM 2,990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+ RM 5,000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074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68E"/>
                </a:solidFill>
                <a:latin typeface="Plus Jakarta Sans"/>
              </a:rPr>
              <a:t>For SME owners &amp; ops leaders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709160"/>
            <a:ext cx="320040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3 custom intelligence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Ops digest &amp; team 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Automated invoices, tasks, deadlines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WhatsApp &amp; Telegram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Private server hosting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743200"/>
            <a:ext cx="3566160" cy="3520440"/>
          </a:xfrm>
          <a:prstGeom prst="rect">
            <a:avLst/>
          </a:prstGeom>
          <a:solidFill>
            <a:srgbClr val="111120"/>
          </a:solidFill>
          <a:ln w="9525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8346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C9A227"/>
                </a:solidFill>
                <a:latin typeface="Plus Jakarta Sans"/>
              </a:rPr>
              <a:t>MOST POPULAR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2EC"/>
                </a:solidFill>
                <a:latin typeface="DM Serif Display"/>
              </a:rPr>
              <a:t>Miccy Executive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9A227"/>
                </a:solidFill>
                <a:latin typeface="DM Serif Display"/>
              </a:rPr>
              <a:t>RM 5,990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1148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+ RM 10,000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074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68E"/>
                </a:solidFill>
                <a:latin typeface="Plus Jakarta Sans"/>
              </a:rPr>
              <a:t>For COOs, founders, division heads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4709160"/>
            <a:ext cx="320040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800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Everything in 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2120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Morning Intelligence Brief — 7am daily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623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10 custom intelligence workflows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Competitor monitoring &amp; market signals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64465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Financial anomaly detection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2743200"/>
            <a:ext cx="3566160" cy="352044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4F2EC"/>
                </a:solidFill>
                <a:latin typeface="DM Serif Display"/>
              </a:rPr>
              <a:t>Miccy Command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9A227"/>
                </a:solidFill>
                <a:latin typeface="DM Serif Display"/>
              </a:rPr>
              <a:t>RM 12,000+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1148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+ RM 20–35k setup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4074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68E"/>
                </a:solidFill>
                <a:latin typeface="Plus Jakarta Sans"/>
              </a:rPr>
              <a:t>For Group CEOs, GLCs, conglomerates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4709160"/>
            <a:ext cx="320040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8006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Everything in Executive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2120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Multi-entity / group consolidation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6235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Custom competitor monitoring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6035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GLC &amp; conglomerate-grade compliance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64465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968E"/>
                </a:solidFill>
                <a:latin typeface="Plus Jakarta Sans"/>
              </a:rPr>
              <a:t>· SLA-backed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263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68E"/>
                </a:solidFill>
                <a:latin typeface="Plus Jakarta Sans"/>
              </a:rPr>
              <a:t>Setup fee = onboarding investment. ROI in the first anomaly we catch.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WHO IT'S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4F2EC"/>
                </a:solidFill>
                <a:latin typeface="DM Serif Display"/>
              </a:rPr>
              <a:t>Built for leaders who
need to know first.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5486400" cy="356616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Plus Jakarta Sans"/>
              </a:rPr>
              <a:t>✅  Great 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Founder-CEO of an SME with 10–500 staff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67911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COO managing multiple product lines or brands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982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Growing company with Xero, HubSpot, or Shopify already 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286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Business that competes on speed of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589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Leadership tired of finding out bad news last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743200"/>
            <a:ext cx="5486400" cy="356616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880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227"/>
                </a:solidFill>
                <a:latin typeface="Plus Jakarta Sans"/>
              </a:rPr>
              <a:t>❌  Not a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Pre-revenue startup with no operations to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867911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Business with no digital systems (no CRM, no accounting software)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39826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CEO who doesn't use WhatsApp or Telegram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9286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Organisation where 'reports are fine' and leadership is happy with status quo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ABOUT ARUS DIGITAL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4F2EC"/>
                </a:solidFill>
                <a:latin typeface="DM Serif Display"/>
              </a:rPr>
              <a:t>We are our own
case study.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68E"/>
                </a:solidFill>
                <a:latin typeface="Plus Jakarta Sans"/>
              </a:rPr>
              <a:t>Malaysia's first 100% AI-operated company. Every function runs through AI agents. No analysts. No manual reports. Just results.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3566160" cy="132588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015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941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2EC"/>
                </a:solidFill>
                <a:latin typeface="Plus Jakarta Sans"/>
              </a:rPr>
              <a:t>Miccy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965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Daily business brief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291840"/>
            <a:ext cx="3566160" cy="132588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34015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6941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2EC"/>
                </a:solidFill>
                <a:latin typeface="Plus Jakarta Sans"/>
              </a:rPr>
              <a:t>Paperclip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0965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AI org chart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291840"/>
            <a:ext cx="3566160" cy="132588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4015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6941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2EC"/>
                </a:solidFill>
                <a:latin typeface="Plus Jakarta Sans"/>
              </a:rPr>
              <a:t>Claude Code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0965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All engineering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00600"/>
            <a:ext cx="3566160" cy="132588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103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029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2EC"/>
                </a:solidFill>
                <a:latin typeface="Plus Jakarta Sans"/>
              </a:rPr>
              <a:t>AI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052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Competitor &amp; market intel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4800600"/>
            <a:ext cx="3566160" cy="132588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9103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2029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2EC"/>
                </a:solidFill>
                <a:latin typeface="Plus Jakarta Sans"/>
              </a:rPr>
              <a:t>OpenClaw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6052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Servers &amp; deployments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800600"/>
            <a:ext cx="3566160" cy="132588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9103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2029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F2EC"/>
                </a:solidFill>
                <a:latin typeface="Plus Jakarta Sans"/>
              </a:rPr>
              <a:t>You +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6052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Human direction, AI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ENTERPRISE — MICCY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4F2EC"/>
                </a:solidFill>
                <a:latin typeface="DM Serif Display"/>
              </a:rPr>
              <a:t>For group CEOs,
GLCs, and conglomerates.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68E"/>
                </a:solidFill>
                <a:latin typeface="Plus Jakarta Sans"/>
              </a:rPr>
              <a:t>Miccy Command delivers multi-entity intelligence — one consolidated brief across all your subsidiaries, brands, and divisions.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486400" cy="141732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2EC"/>
                </a:solidFill>
                <a:latin typeface="Plus Jakarta Sans"/>
              </a:rPr>
              <a:t>Multi-Entity Consolidation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One brief. All subsidiaries. One view of what's happening across your group — without hiring a data team.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200400"/>
            <a:ext cx="5486400" cy="141732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337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2EC"/>
                </a:solidFill>
                <a:latin typeface="Plus Jakarta Sans"/>
              </a:rPr>
              <a:t>GLC-Grade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749039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Designed for government-linked companies and regulated entities. Full PDPA coverage. Audit-ready reporting.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5486400" cy="141732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2EC"/>
                </a:solidFill>
                <a:latin typeface="Plus Jakarta Sans"/>
              </a:rPr>
              <a:t>Custom Competitor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59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Track any combination of local and regional competitors — pricing moves, hiring signals, product launches, sentiment.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846320"/>
            <a:ext cx="5486400" cy="141732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983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F2EC"/>
                </a:solidFill>
                <a:latin typeface="Plus Jakarta Sans"/>
              </a:rPr>
              <a:t>Dedicated Onboarding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94959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White-glove setup with a dedicated team. Custom workflows built for your group's reporting structure.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9A227"/>
                </a:solidFill>
                <a:latin typeface="Plus Jakarta Sans"/>
              </a:rPr>
              <a:t>From RM 12,000/month  ·  Implementation: RM 20,000–35,000  ·  SLA-backed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ON-PREMISE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4F2EC"/>
                </a:solidFill>
                <a:latin typeface="DM Serif Display"/>
              </a:rPr>
              <a:t>AI that runs inside
your walls.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968E"/>
                </a:solidFill>
                <a:latin typeface="Plus Jakarta Sans"/>
              </a:rPr>
              <a:t>For enterprises where data cannot leave the building. We deploy and manage open-source AI models on your own infrastructure.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3566160" cy="2971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BEST FOR SMES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3016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F2EC"/>
                </a:solidFill>
                <a:latin typeface="DM Serif Display"/>
              </a:rPr>
              <a:t>Qwen3.5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Multilingual — BM, Chinese, English. Apache 2.0, free commercial use. Best price-to-performance for private LLM.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440680"/>
            <a:ext cx="320040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Plus Jakarta Sans"/>
              </a:rPr>
              <a:t>RM 15,000–30,000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200400"/>
            <a:ext cx="3566160" cy="2971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3375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BEST FOR ENTERPRISE 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63016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F2EC"/>
                </a:solidFill>
                <a:latin typeface="DM Serif Display"/>
              </a:rPr>
              <a:t>Nemotron-Cascade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2062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30B MoE, only 3B active params. Runs on modest hardware. IMO 2025 gold-medal reasoning.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5440680"/>
            <a:ext cx="320040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Plus Jakarta Sans"/>
              </a:rPr>
              <a:t>RM 50,000–120,000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200400"/>
            <a:ext cx="3566160" cy="2971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3375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BEST FOR AGENTIC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3016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4F2EC"/>
                </a:solidFill>
                <a:latin typeface="DM Serif Display"/>
              </a:rPr>
              <a:t>GLM-5.1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0624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68E"/>
                </a:solidFill>
                <a:latin typeface="Plus Jakarta Sans"/>
              </a:rPr>
              <a:t>45.3 on coding benchmarks — 94% of Claude Opus performance. Strong BM, Chinese, English.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5440680"/>
            <a:ext cx="320040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Plus Jakarta Sans"/>
              </a:rPr>
              <a:t>RM 100,000+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4F2EC"/>
                </a:solidFill>
                <a:latin typeface="DM Serif Display"/>
              </a:rPr>
              <a:t>Early momentum.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1247120" cy="18288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F2EC"/>
                </a:solidFill>
                <a:latin typeface="Plus Jakarta Sans"/>
              </a:rPr>
              <a:t>Miccy is in active pilot with select Malaysian companies across e-commerce, professional services, and healthcare.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68E"/>
                </a:solidFill>
                <a:latin typeface="Plus Jakarta Sans"/>
              </a:rPr>
              <a:t>Pilot engagements available now — we work closely with early customers to configure custom intelligence workflows and prove ROI before full commitment.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343400"/>
            <a:ext cx="2651760" cy="1371600"/>
          </a:xfrm>
          <a:prstGeom prst="rect">
            <a:avLst/>
          </a:prstGeom>
          <a:solidFill>
            <a:srgbClr val="0D0D1A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4805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9A227"/>
                </a:solidFill>
                <a:latin typeface="DM Serif Display"/>
              </a:rPr>
              <a:t>48h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74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68E"/>
                </a:solidFill>
                <a:latin typeface="Plus Jakarta Sans"/>
              </a:rPr>
              <a:t>Average setup to first brief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4343400"/>
            <a:ext cx="2651760" cy="1371600"/>
          </a:xfrm>
          <a:prstGeom prst="rect">
            <a:avLst/>
          </a:prstGeom>
          <a:solidFill>
            <a:srgbClr val="0D0D1A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44805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9A227"/>
                </a:solidFill>
                <a:latin typeface="DM Serif Display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74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68E"/>
                </a:solidFill>
                <a:latin typeface="Plus Jakarta Sans"/>
              </a:rPr>
              <a:t>Prioritised alerts per morning brief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4343400"/>
            <a:ext cx="2651760" cy="1371600"/>
          </a:xfrm>
          <a:prstGeom prst="rect">
            <a:avLst/>
          </a:prstGeom>
          <a:solidFill>
            <a:srgbClr val="0D0D1A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4805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9A227"/>
                </a:solidFill>
                <a:latin typeface="DM Serif Display"/>
              </a:rPr>
              <a:t>40+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074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68E"/>
                </a:solidFill>
                <a:latin typeface="Plus Jakarta Sans"/>
              </a:rPr>
              <a:t>Integrations supported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4343400"/>
            <a:ext cx="2651760" cy="1371600"/>
          </a:xfrm>
          <a:prstGeom prst="rect">
            <a:avLst/>
          </a:prstGeom>
          <a:solidFill>
            <a:srgbClr val="0D0D1A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44805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C9A227"/>
                </a:solidFill>
                <a:latin typeface="DM Serif Display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50749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68E"/>
                </a:solidFill>
                <a:latin typeface="Plus Jakarta Sans"/>
              </a:rPr>
              <a:t>Arus Digital runs on Miccy internally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9968E"/>
                </a:solidFill>
                <a:latin typeface="Plus Jakarta Sans"/>
              </a:rPr>
              <a:t>Miccy by Arus Digital  ·  arusdigital.com  ·  hello@arusdigital.com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9968E"/>
                </a:solidFill>
                <a:latin typeface="Plus Jakarta Sans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828800" cy="256032"/>
          </a:xfrm>
          <a:prstGeom prst="rect">
            <a:avLst/>
          </a:prstGeom>
          <a:solidFill>
            <a:srgbClr val="1A1604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39319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227"/>
                </a:solidFill>
                <a:latin typeface="Plus Jakarta Sans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4F2EC"/>
                </a:solidFill>
                <a:latin typeface="DM Serif Display"/>
              </a:rPr>
              <a:t>The humans
behind the AI.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11247120" cy="3429000"/>
          </a:xfrm>
          <a:prstGeom prst="rect">
            <a:avLst/>
          </a:prstGeom>
          <a:solidFill>
            <a:srgbClr val="111120"/>
          </a:solidFill>
          <a:ln w="9525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3108960"/>
            <a:ext cx="1097280" cy="1097280"/>
          </a:xfrm>
          <a:prstGeom prst="ellipse">
            <a:avLst/>
          </a:prstGeom>
          <a:solidFill>
            <a:srgbClr val="0D0D1A"/>
          </a:solidFill>
          <a:ln w="12700">
            <a:solidFill>
              <a:srgbClr val="6B5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C9A227"/>
                </a:solidFill>
                <a:latin typeface="DM Serif Display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9260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4F2EC"/>
                </a:solidFill>
                <a:latin typeface="DM Serif Display"/>
              </a:rPr>
              <a:t>Amir Ariff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Plus Jakarta Sans"/>
              </a:rPr>
              <a:t>Founder &amp; CEO · Arus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913632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68E"/>
                </a:solidFill>
                <a:latin typeface="Plus Jakarta Sans"/>
              </a:rPr>
              <a:t>Building Malaysia's first AI-operated company from Kuala Lumpur.
Miccy is the intelligence officer he needed as a CEO — so he built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2EC"/>
                </a:solidFill>
                <a:latin typeface="Plus Jakarta Sans"/>
              </a:rPr>
              <a:t>💬 wa.me/60139844412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2EC"/>
                </a:solidFill>
                <a:latin typeface="Plus Jakarta Sans"/>
              </a:rPr>
              <a:t>✉️ hello@arusdigital.com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F2EC"/>
                </a:solidFill>
                <a:latin typeface="Plus Jakarta Sans"/>
              </a:rPr>
              <a:t>🌐 arusdigital.com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968E"/>
                </a:solidFill>
                <a:latin typeface="Plus Jakart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 i="0">
                <a:solidFill>
                  <a:srgbClr val="F4F2EC"/>
                </a:solidFill>
                <a:latin typeface="DM Serif Display"/>
              </a:rPr>
              <a:t>Ready to run on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9968E"/>
                </a:solidFill>
                <a:latin typeface="Plus Jakarta Sans"/>
              </a:rPr>
              <a:t>Book a Miccy pilot — we'll show you what your first brief looks like before you commit.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383280"/>
            <a:ext cx="7589520" cy="9144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3520440"/>
            <a:ext cx="7589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80810"/>
                </a:solidFill>
                <a:latin typeface="Plus Jakarta Sans"/>
              </a:rPr>
              <a:t>💬  WhatsApp us now  ·  wa.me/60139844412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68E"/>
                </a:solidFill>
                <a:latin typeface="Plus Jakarta Sans"/>
              </a:rPr>
              <a:t>Or email: hello@arusdigital.com  ·  arusdigital.com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5212080"/>
            <a:ext cx="850392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968E"/>
                </a:solidFill>
                <a:latin typeface="Plus Jakarta Sans"/>
              </a:rPr>
              <a:t>Miccy by Arus Digital  ·  Malaysia's first 100% AI-operated company  ·  PDPA Compliant  ·  Private server hosting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4922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9968E"/>
                </a:solidFill>
                <a:latin typeface="Plus Jakarta Sans"/>
              </a:rPr>
              <a:t>STRICTLY CONFIDENTIAL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