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562088" cy="1417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ARUS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6128" y="164592"/>
            <a:ext cx="1463040" cy="274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6128" y="1737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80810"/>
                </a:solidFill>
                <a:latin typeface="Plus Jakarta Sans"/>
              </a:rPr>
              <a:t>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6556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2EC"/>
                </a:solidFill>
                <a:latin typeface="DM Serif Display"/>
              </a:rPr>
              <a:t>Miccy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55728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A598"/>
                </a:solidFill>
                <a:latin typeface="Plus Jakarta Sans"/>
              </a:rPr>
              <a:t>Daily AI intelligence brief for SME founders who need to know what's on fire — before their team tells them.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1572768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1664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227"/>
                </a:solidFill>
                <a:latin typeface="DM Serif Display"/>
              </a:rPr>
              <a:t>RM 2,990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A598"/>
                </a:solidFill>
                <a:latin typeface="Plus Jakarta Sans"/>
              </a:rPr>
              <a:t>per month  ·  RM 5,000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95728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227"/>
                </a:solidFill>
                <a:latin typeface="Plus Jakarta Sans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883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8833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Daily 7am intelligence brief via WhatsApp — 5 prioritised alerts, 3 options 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358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35808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Revenue anomaly detection: invoice unpaid, dips vs 7-day average, cash flow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83280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Operations oversight: task deadlines, team accountability, supply chain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30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3 custom monitoring workflows tailored to your 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782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78224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40+ integrations: Xero, HubSpot, Shopify, Slack, GA4 and more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2569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2569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Private server deployment — your data never leaves your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731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73168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48h setup. No data migration. Works with what you already have.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5212080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376672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227"/>
                </a:solidFill>
                <a:latin typeface="Plus Jakarta Sans"/>
              </a:rPr>
              <a:t>BUILT FOR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50992"/>
            <a:ext cx="6556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2EC"/>
                </a:solidFill>
                <a:latin typeface="Plus Jakarta Sans"/>
              </a:rPr>
              <a:t>Founder-CEOs and owner-operators of Malaysian SMEs who need synthesis, not more dashboards.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8990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89904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SME founders managing 10–100 staff across multiple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19088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Owner-operators who are last to know when something breaks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74827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748272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Growing companies replacing manual Excel reports and missed WhatsApp alerts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7168896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7333488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227"/>
                </a:solidFill>
                <a:latin typeface="Plus Jakarta Sans"/>
              </a:rPr>
              <a:t>COMMON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7607808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My data is sensitive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85734" y="7607808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Private server. Zero external AI. PDPA compliant from day 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7900416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We have dashboards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85734" y="7900416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Dashboards show. Miccy synthesises. One brief beats ten dashboards.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8193024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48h setup sounds fast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85734" y="8193024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No data migration. Connects to Xero, HubSpot, Shopify — what you already use.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9637776"/>
            <a:ext cx="7562088" cy="1051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9765792"/>
            <a:ext cx="4261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80810"/>
                </a:solidFill>
                <a:latin typeface="DM Serif Display"/>
              </a:rPr>
              <a:t>Book a Miccy demo.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10113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810"/>
                </a:solidFill>
                <a:latin typeface="Plus Jakarta Sans"/>
              </a:rPr>
              <a:t>wa.me/60139844412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103235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80810"/>
                </a:solidFill>
                <a:latin typeface="Plus Jakarta Sans"/>
              </a:rPr>
              <a:t>hello@arusdigital.com  ·  arusdigital.com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47488" y="9930384"/>
            <a:ext cx="2011680" cy="457200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47488" y="99761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F2EC"/>
                </a:solidFill>
                <a:latin typeface="Plus Jakarta Sans"/>
              </a:rPr>
              <a:t>💬  WhatsApp Us Now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