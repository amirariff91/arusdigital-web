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2D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562088" cy="1417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DB8B8"/>
                </a:solidFill>
                <a:latin typeface="Plus Jakarta Sans"/>
              </a:rPr>
              <a:t>ARUS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6128" y="164592"/>
            <a:ext cx="1463040" cy="274320"/>
          </a:xfrm>
          <a:prstGeom prst="rect">
            <a:avLst/>
          </a:prstGeom>
          <a:solidFill>
            <a:srgbClr val="2D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6128" y="1737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0810"/>
                </a:solidFill>
                <a:latin typeface="Plus Jakarta Sans"/>
              </a:rPr>
              <a:t>Executive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6556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2EC"/>
                </a:solidFill>
                <a:latin typeface="DM Serif Display"/>
              </a:rPr>
              <a:t>Miccy Executive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55728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A598"/>
                </a:solidFill>
                <a:latin typeface="Plus Jakarta Sans"/>
              </a:rPr>
              <a:t>For CEOs who need competitor intelligence, market signals, and morning clarity — not just internal metrics.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1572768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1664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DB8B8"/>
                </a:solidFill>
                <a:latin typeface="DM Serif Display"/>
              </a:rPr>
              <a:t>RM 5,990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A598"/>
                </a:solidFill>
                <a:latin typeface="Plus Jakarta Sans"/>
              </a:rPr>
              <a:t>per month  ·  RM 10,000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B8B8"/>
                </a:solidFill>
                <a:latin typeface="Plus Jakarta Sans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88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8833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Everything in Miccy Ops, plus: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358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Competitor monitoring: pricing changes, hiring signals, product launches, PR 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8328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Market intelligence: M&amp;A signals, industry shifts, first-mover window detection (60–90 day alerts)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30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Board-ready summaries: weekly digest formatted for exec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782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5 custom monitoring workflows — internal ops + external market 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2569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2569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Bahasa Malaysia support for local market signals and local competitor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73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7316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Telegram delivery option in addition to 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206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Priority support and onboarding with Arus Digital team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5559552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724144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B8B8"/>
                </a:solidFill>
                <a:latin typeface="Plus Jakarta Sans"/>
              </a:rPr>
              <a:t>BUILT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98464"/>
            <a:ext cx="6556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2EC"/>
                </a:solidFill>
                <a:latin typeface="Plus Jakarta Sans"/>
              </a:rPr>
              <a:t>CEOs and COOs who need both internal anomalies AND external market intelligence — synthesised, not scattered.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3737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CEOs of RM10M–RM200M revenue companies competing in fast-moving markets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766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76656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COOs and division heads who need operational + market visibility in one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709574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7095744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Executives who've missed a competitor move and won't let it happen again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7516368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7680960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B8B8"/>
                </a:solidFill>
                <a:latin typeface="Plus Jakarta Sans"/>
              </a:rPr>
              <a:t>COMMON QUESTIONS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7955280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My data is sensitive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5734" y="7955280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Private server. Zero external AI. PDPA compliant from day one.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8247888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We have dashboards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85734" y="8247888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Dashboards show. Miccy synthesises. One brief beats ten dashboards.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8540496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48h setup sounds 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85734" y="8540496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No data migration. Connects to Xero, HubSpot, Shopify — what you already use.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9637776"/>
            <a:ext cx="7562088" cy="1051560"/>
          </a:xfrm>
          <a:prstGeom prst="rect">
            <a:avLst/>
          </a:prstGeom>
          <a:solidFill>
            <a:srgbClr val="2D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9765792"/>
            <a:ext cx="4261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80810"/>
                </a:solidFill>
                <a:latin typeface="DM Serif Display"/>
              </a:rPr>
              <a:t>Lead your market. Start here.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10113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810"/>
                </a:solidFill>
                <a:latin typeface="Plus Jakarta Sans"/>
              </a:rPr>
              <a:t>wa.me/60139844412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03235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80810"/>
                </a:solidFill>
                <a:latin typeface="Plus Jakarta Sans"/>
              </a:rPr>
              <a:t>hello@arusdigital.com  ·  arusdigital.com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47488" y="9930384"/>
            <a:ext cx="2011680" cy="457200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7488" y="99761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F2EC"/>
                </a:solidFill>
                <a:latin typeface="Plus Jakarta Sans"/>
              </a:rPr>
              <a:t>💬  WhatsApp Us Now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